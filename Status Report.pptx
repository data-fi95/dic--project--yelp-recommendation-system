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9200" y="280025"/>
            <a:ext cx="3996300" cy="2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4741700" y="899450"/>
            <a:ext cx="3996300" cy="204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Deliverables: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 project report giving results of how Spark can be used in real time, it’s execution environment.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The results obtained from executing interactive queries like: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(Mexican restaurant within 5 miles radius) will be shown. The accuracy of the algorithm in predicting a restaurant. (It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not be high since that’s not the goal for this project.)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The complete implementation will be uploaded on Github.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A detailed presentation  including model snippet.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Teamwork distribution with timelines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79200" y="899438"/>
            <a:ext cx="4093500" cy="204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: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Hadoop infrastructure and AWS products to implement Data Intensive Computations  using Hbase as distributed database</a:t>
            </a:r>
            <a:r>
              <a:rPr lang="en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Spark for parallel computations on data.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Yelp data about restaurants is used for the same.</a:t>
            </a:r>
            <a:br>
              <a:rPr lang="en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Parallel Computations on this dataset are done to suggest a restaurant for a new user. Machine Learning is used to generate recommendations.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Accuray of the algorithm is not pivot here, rather making efficient computations on BIG DATA environment is our goal. 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79200" y="3016800"/>
            <a:ext cx="4093500" cy="194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Status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Cleaned and replicated data to simulate ‘big data’ using Python scripts.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Created Multi-Node cluster setup with Cassandra on VCL and loaded the data into it.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-  </a:t>
            </a: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et up of a single Hadoop Cluster and Hbase.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Loaded data into HBase and got Spark connected with Hbase.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Performed operations (load as dataframe and analyze semantics among attributes) on Spark using Scala and Python for data cleaning and Machine Learning operations.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741700" y="3016800"/>
            <a:ext cx="3996300" cy="194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Issues: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Setting up multiple HDFS and Cassandra clusters on local and EC2/VCL instances; and deciding the better option.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Getting an active SparkContext on a Scala driver program due to  architecture and version issues.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Preprocessing of missing and noisy data.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Deciding between Python and Scala based on performance and ease of computation.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- Automating the tasks required to setup the distributed architecture.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9" name="Google Shape;59;p13"/>
          <p:cNvSpPr txBox="1"/>
          <p:nvPr/>
        </p:nvSpPr>
        <p:spPr>
          <a:xfrm>
            <a:off x="547400" y="-50550"/>
            <a:ext cx="83247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YELP Recommendation System: Status Report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                          </a:t>
            </a:r>
            <a:r>
              <a:rPr b="1" lang="en" sz="1100">
                <a:solidFill>
                  <a:schemeClr val="dk1"/>
                </a:solidFill>
              </a:rPr>
              <a:t>Team 18: </a:t>
            </a:r>
            <a:r>
              <a:rPr lang="en" sz="1100">
                <a:solidFill>
                  <a:schemeClr val="dk1"/>
                </a:solidFill>
              </a:rPr>
              <a:t>Uddhav Bhosle (ubhosle), Harika Malapaka (hsmalapa), Deepak Patil (dpatil)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075" y="54050"/>
            <a:ext cx="697750" cy="6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