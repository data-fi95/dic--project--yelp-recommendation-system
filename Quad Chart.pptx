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9200" y="280025"/>
            <a:ext cx="3996300" cy="2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4741700" y="899450"/>
            <a:ext cx="3996300" cy="204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Deliverables: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A project report giving results of how Spark can be used in real time, it’s execution environment and analyze whether in-memory computation has a fair performance.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 The results obtained from executing interactive queries like: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(Mexican restaurant within 5 miles radius) will be shown. The accuracy of the algorithm in predicting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not be high since that’s not the goal for this project.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The complete implementation will be uploaded on Github.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 A presentation on our work in detail including model snippet.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79200" y="899438"/>
            <a:ext cx="4093500" cy="204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Description:</a:t>
            </a:r>
            <a:br>
              <a:rPr lang="en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The project will recommend restaurants to users by analysing user’s past activities and their requirement.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Yelp’s data on the restaurants domain can help modeling an algorithm that would output a list of desirable restaurants.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The data is distributed in various locations on S3. By using Apache Spark on Amazon EMR, we would learn batch processing of data in a distributed framework. This will enable us to process large amounts of data and subsequently train machine learning models for  recommendations. This project would be a gateway for learning events of Big Data coupled with cloud computing.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79200" y="3016800"/>
            <a:ext cx="4093500" cy="194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Dependencies: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rgbClr val="24292E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reviews, businesses, users, tips and check-in data on Yelp regarding restaurants.</a:t>
            </a:r>
            <a:endParaRPr sz="1100">
              <a:solidFill>
                <a:srgbClr val="24292E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292E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" sz="1100">
                <a:solidFill>
                  <a:srgbClr val="24292E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We need to store the data in a cloud storage so that distributed computing is feasible. S3 would be the storage platform. </a:t>
            </a:r>
            <a:endParaRPr sz="1100">
              <a:solidFill>
                <a:srgbClr val="24292E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292E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Computing</a:t>
            </a:r>
            <a:r>
              <a:rPr lang="en" sz="1100">
                <a:solidFill>
                  <a:srgbClr val="24292E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EMR would be extracting data from S3 and would be handling all the computations parallely.</a:t>
            </a:r>
            <a:endParaRPr sz="1100">
              <a:solidFill>
                <a:srgbClr val="24292E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292E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ML</a:t>
            </a:r>
            <a:r>
              <a:rPr lang="en" sz="1100">
                <a:solidFill>
                  <a:srgbClr val="24292E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MLlib which is built on top of Spark is backbone of our prediction algorithm.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Configuring 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Python3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EMR instance.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741700" y="3016800"/>
            <a:ext cx="3996300" cy="194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Issues: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The size of dataset obtained from the source is just 3GB. In order to increase the size of the dataset, we will perform data synthesis (duplication with minor changes).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 Getting the desired predictions though parallel computations on  distributed data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 Many more potential issues can be addressed after we deep dive into this project in next few weeks. Since we are not concerned with a pretty UI, the user may have to manually enter their requirements.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9" name="Google Shape;59;p13"/>
          <p:cNvSpPr txBox="1"/>
          <p:nvPr/>
        </p:nvSpPr>
        <p:spPr>
          <a:xfrm>
            <a:off x="547400" y="-50550"/>
            <a:ext cx="83247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YELP Recommendation System: Project Overview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Team 18: </a:t>
            </a:r>
            <a:r>
              <a:rPr lang="en" sz="1100">
                <a:solidFill>
                  <a:schemeClr val="dk1"/>
                </a:solidFill>
              </a:rPr>
              <a:t>Uddhav Bhosle (ubhosle), Harika Malapaka (hsmalapa), Akshit Meghawat (ammeghaw), Deepak Patil (dpatil)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75" y="54050"/>
            <a:ext cx="697750" cy="6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